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Gig-Worker Safety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FinTech + LaborTech Solution for Secure Gig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Payment fraud and unpaid work</a:t>
            </a:r>
          </a:p>
          <a:p>
            <a:r>
              <a:t>No contracts or legal protection</a:t>
            </a:r>
          </a:p>
          <a:p>
            <a:r>
              <a:t>Unsafe client interactions</a:t>
            </a:r>
          </a:p>
          <a:p>
            <a:r>
              <a:t>No professional recognition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Gig-Worker Safety Vault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Escrow-based payment system</a:t>
            </a:r>
          </a:p>
          <a:p>
            <a:r>
              <a:t>Worker verification &amp; profiles</a:t>
            </a:r>
          </a:p>
          <a:p>
            <a:r>
              <a:t>Dispute resolution system</a:t>
            </a:r>
          </a:p>
          <a:p>
            <a:r>
              <a:t>Secure hiring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Escrow Payment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Clients pre-deposit payments</a:t>
            </a:r>
          </a:p>
          <a:p>
            <a:r>
              <a:t>Funds released only after approval</a:t>
            </a:r>
          </a:p>
          <a:p>
            <a:r>
              <a:t>Prevents fraud &amp; ensures fairness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Worker Profiles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Skill tags, experience, rating</a:t>
            </a:r>
          </a:p>
          <a:p>
            <a:r>
              <a:t>KYC verification badges</a:t>
            </a:r>
          </a:p>
          <a:p>
            <a:r>
              <a:t>Past work &amp; portfolio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Dispute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Evidence upload</a:t>
            </a:r>
          </a:p>
          <a:p>
            <a:r>
              <a:t>Neutral review panel</a:t>
            </a:r>
          </a:p>
          <a:p>
            <a:r>
              <a:t>Fair decision-making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SOS emergency button</a:t>
            </a:r>
          </a:p>
          <a:p>
            <a:r>
              <a:t>Location sharing</a:t>
            </a:r>
          </a:p>
          <a:p>
            <a:r>
              <a:t>Verified client identity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Escrow transaction fee</a:t>
            </a:r>
          </a:p>
          <a:p>
            <a:r>
              <a:t>Worker premium subscription</a:t>
            </a:r>
          </a:p>
          <a:p>
            <a:r>
              <a:t>Client convenience fee</a:t>
            </a:r>
          </a:p>
          <a:p>
            <a:r>
              <a:t>Corporate tie-ups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Secure, fair system for gig workers</a:t>
            </a:r>
          </a:p>
          <a:p>
            <a:r>
              <a:t>Protects both workers and clients</a:t>
            </a:r>
          </a:p>
          <a:p>
            <a:r>
              <a:t>Empowers the future gig economy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